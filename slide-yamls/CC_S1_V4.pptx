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環境構築と魔法体験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Codeの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インストールと初期認証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npmで1行インストール → ブラウザ認証だけで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すぐに使い始められます。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 4 / 5   |   8分   |   画面収録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100584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1155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11556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1155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3258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added 1 package in 3s
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1.x.x
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インストール手順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たった3ステップで使い始められます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BF5FF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600200"/>
            <a:ext cx="731520" cy="7315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52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@anthropic-ai/claude-code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18以上が必要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600200"/>
            <a:ext cx="731520" cy="7315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初回起動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000" y="285292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852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ターミナルで実行するだけ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16168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035040" y="15087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600200"/>
            <a:ext cx="731520" cy="7315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722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認証完了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2852928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852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Anthropicアカウント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でログイン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ブラウザが自動で開きます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認証フロー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初回起動後に5つのステップで認証が完了します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563624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63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150876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BF5FF"/>
          </a:solidFill>
          <a:ln w="762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5636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利用規約同意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Serviceを確認してEnter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77063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2715768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BF5FF"/>
          </a:solidFill>
          <a:ln w="762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認証方法選択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Anthropicアカウント or APIキー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447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3922776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BF5FF"/>
          </a:solidFill>
          <a:ln w="762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ブラウザログイン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270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自動でブラウザが開きOAuthフロー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6542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5184648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80160" y="5129784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BF5FF"/>
          </a:solidFill>
          <a:ln w="762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認証コード入力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5477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ブラウザに表示されたコードを貼り付け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5861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6391656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6391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0160" y="633679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8FBF0"/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6391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認証完了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6684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認証情報はローカルに保存される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1508760"/>
            <a:ext cx="4846320" cy="2926080"/>
          </a:xfrm>
          <a:prstGeom prst="roundRect">
            <a:avLst>
              <a:gd name="adj" fmla="val 3125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908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69080" y="2084832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8" name="Text 36"/>
          <p:cNvSpPr/>
          <p:nvPr/>
        </p:nvSpPr>
        <p:spPr>
          <a:xfrm>
            <a:off x="4315968" y="2029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無料プランでもすぐに認証できる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69080" y="2487168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4315968" y="2432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認証はブラウザ経由のOAuth — APIキー不要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69080" y="2889504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2" name="Text 40"/>
          <p:cNvSpPr/>
          <p:nvPr/>
        </p:nvSpPr>
        <p:spPr>
          <a:xfrm>
            <a:off x="4315968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認証情報は ~/.claude に保存される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069080" y="329184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4" name="Text 42"/>
          <p:cNvSpPr/>
          <p:nvPr/>
        </p:nvSpPr>
        <p:spPr>
          <a:xfrm>
            <a:off x="4315968" y="3236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次回起動からはそのままclaude で使える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69080" y="3694176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6" name="Text 44"/>
          <p:cNvSpPr/>
          <p:nvPr/>
        </p:nvSpPr>
        <p:spPr>
          <a:xfrm>
            <a:off x="4315968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複数マシンでも同じアカウントでOK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料金プラン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用途と予算に合わせて3つから選べます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F0FBF4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72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無料プラン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2395728"/>
            <a:ext cx="1920240" cy="274320"/>
          </a:xfrm>
          <a:prstGeom prst="roundRect">
            <a:avLst>
              <a:gd name="adj" fmla="val 40000"/>
            </a:avLst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初心者にはこれでOK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61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基本機能すべて利用可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906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回数制限あり（1日数十回程度）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19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claude.ai アカウントで認証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まず試すのに最適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EBF5FF"/>
          </a:solidFill>
          <a:ln w="762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463040"/>
            <a:ext cx="2651760" cy="640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572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1920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$20/月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29000" y="2450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無料プランの5倍以上の制限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7797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優先アクセス（混雑時も安定）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claude.ai で課金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4381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本格的に使いたい方向け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46304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F3EEFF"/>
          </a:solidFill>
          <a:ln w="762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463040"/>
            <a:ext cx="2651760" cy="6400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572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APIキー方式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1920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従量課金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2450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使った分だけ課金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7797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制限なし・商用利用OK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Anthropic Console で取得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4381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プロ・エンジニア向け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起動と終了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覚えるコマンドはたった2つだけ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642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" y="166420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6642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認証済みの場合はそのまま起動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プロンプト入力待ち状態になる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56048" y="16642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148072" y="166420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0096" y="16642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または  </a:t>
            </a:r>
            <a:pPr indent="0" marL="0">
              <a:buNone/>
            </a:pPr>
            <a:r>
              <a:rPr lang="en-US" sz="160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Ctrl+C : 割り込みで強制終了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/exit : 正常終了コマンド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BF5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覚えておこう：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認証情報は</a:t>
            </a:r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~/.claude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に保存されるため、次回起動時から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再認証は不要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234440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@anthropic-ai/claude-code でインストール完了。Node.js 18以上が必要。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1801368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892808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892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--version で正しくインストールされたか確認できる。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459736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2551176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55117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で起動 → 利用規約同意 → ブラウザ認証 → 認証フロー完了。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3118104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3209544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2095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まずは無料プランで十分。制限に当たったら Claude Pro（$20/月）を検討。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3776472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3867912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38679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次回からは claude を打つだけで即起動。終了は Ctrl+C または /exit。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71600" y="4526280"/>
            <a:ext cx="64008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262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次の動画 →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5分間で「動くアプリ」を自動で作らせてみよう！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CC-S1-V4: Claude Codeのインストールと初期認証</dc:title>
  <dc:subject>PptxGenJS Presentation</dc:subject>
  <dc:creator>AI+ School</dc:creator>
  <cp:lastModifiedBy>AI+ School</cp:lastModifiedBy>
  <cp:revision>1</cp:revision>
  <dcterms:created xsi:type="dcterms:W3CDTF">2026-04-03T11:17:40Z</dcterms:created>
  <dcterms:modified xsi:type="dcterms:W3CDTF">2026-04-03T11:17:40Z</dcterms:modified>
</cp:coreProperties>
</file>