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環境構築と魔法体験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「黒い画面」の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基本操作と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怖がらない心得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ターミナルは「怖いもの」ではなく、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文字で操作するファイルマネージャー。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たった3コマンドで基本を習得しよう。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 2 / 5   |   8分   |   標準モード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548640"/>
            <a:ext cx="2651760" cy="4114800"/>
          </a:xfrm>
          <a:prstGeom prst="roundRect">
            <a:avLst>
              <a:gd name="adj" fmla="val 4138"/>
            </a:avLst>
          </a:prstGeom>
          <a:solidFill>
            <a:srgbClr val="0D1117"/>
          </a:solidFill>
          <a:ln/>
        </p:spPr>
      </p:sp>
      <p:sp>
        <p:nvSpPr>
          <p:cNvPr id="9" name="Shape 7"/>
          <p:cNvSpPr/>
          <p:nvPr/>
        </p:nvSpPr>
        <p:spPr>
          <a:xfrm>
            <a:off x="6382512" y="658368"/>
            <a:ext cx="137160" cy="13716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6556248" y="658368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729984" y="658368"/>
            <a:ext cx="137160" cy="13716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6400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0" y="896112"/>
            <a:ext cx="26517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0584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%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
</a:t>
            </a:r>
            <a:pPr indent="0" marL="0">
              <a:buNone/>
            </a:pPr>
            <a:r>
              <a:rPr lang="en-US" sz="95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/Users/username
</a:t>
            </a:r>
            <a:pPr indent="0" marL="0">
              <a:buNone/>
            </a:pPr>
            <a:r>
              <a:rPr lang="en-US" sz="95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%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
</a:t>
            </a:r>
            <a:pPr indent="0" marL="0">
              <a:buNone/>
            </a:pPr>
            <a:r>
              <a:rPr lang="en-US" sz="95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 Documents
</a:t>
            </a:r>
            <a:pPr indent="0" marL="0">
              <a:buNone/>
            </a:pPr>
            <a:r>
              <a:rPr lang="en-US" sz="95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Downloads  Movies
</a:t>
            </a:r>
            <a:pPr indent="0" marL="0">
              <a:buNone/>
            </a:pPr>
            <a:r>
              <a:rPr lang="en-US" sz="95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%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Desktop
</a:t>
            </a:r>
            <a:pPr indent="0" marL="0">
              <a:buNone/>
            </a:pPr>
            <a:r>
              <a:rPr lang="en-US" sz="95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%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ターミナルの正体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 = 文字で操作するファイルマネージャー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3840480" cy="6400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マウス操作 (GUI)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  アイコンをダブルクリック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 フォルダをドラッグ＆ドロップ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ファインダーで検索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⌫  ゴミ箱にドラッグして削除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606040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03520" y="1554480"/>
            <a:ext cx="3840480" cy="2834640"/>
          </a:xfrm>
          <a:prstGeom prst="roundRect">
            <a:avLst>
              <a:gd name="adj" fmla="val 2581"/>
            </a:avLst>
          </a:prstGeom>
          <a:solidFill>
            <a:srgbClr val="0D1117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554480"/>
            <a:ext cx="384048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文字操作 (CLI / ターミナル)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0" y="2103120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1E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230428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フォルダを開く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2578608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1E2430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6151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folder ~/Desktop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277977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フォルダを移動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3054096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1E2430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3090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'*.txt'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325526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ファイルを検索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3529584"/>
            <a:ext cx="3474720" cy="384048"/>
          </a:xfrm>
          <a:prstGeom prst="roundRect">
            <a:avLst>
              <a:gd name="adj" fmla="val 9524"/>
            </a:avLst>
          </a:prstGeom>
          <a:solidFill>
            <a:srgbClr val="1E2430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35661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-r old_folder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373075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フォルダを削除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基本コマンド一覧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この3つを覚えれば「どこにいるか」「何があるか」「どこへ行くか」がわかる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27048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EBF5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現在地を表示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Working Directory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今いるフォルダのパスを表示する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/Users/username/Desktop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651760" cy="6400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527048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F3EE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6916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7B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フォルダを移動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Directory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指定したフォルダに移動する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29184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Desktop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..  # 一階層上へ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463040"/>
            <a:ext cx="2651760" cy="64008"/>
          </a:xfrm>
          <a:prstGeom prst="rect">
            <a:avLst/>
          </a:prstGeom>
          <a:solidFill>
            <a:srgbClr val="2D9B6E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0" y="1527048"/>
            <a:ext cx="2651760" cy="2971800"/>
          </a:xfrm>
          <a:prstGeom prst="roundRect">
            <a:avLst>
              <a:gd name="adj" fmla="val 2759"/>
            </a:avLst>
          </a:prstGeom>
          <a:solidFill>
            <a:srgbClr val="E6F7F1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69164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2D9B6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91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dir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中身を一覧表示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Directory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フォルダ内のファイルを一覧表示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29184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383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  index.html</a:t>
            </a:r>
            <a:endParaRPr lang="en-US" sz="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ディレクトリ構造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パソコンのフォルダは「木の根」のように階層構造になっている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55448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EBF5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59105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/ (ルート)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56816"/>
            <a:ext cx="0" cy="27432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231136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E8F4FD"/>
          </a:solidFill>
          <a:ln w="1016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2267712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7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633472"/>
            <a:ext cx="0" cy="274320"/>
          </a:xfrm>
          <a:prstGeom prst="line">
            <a:avLst/>
          </a:prstGeom>
          <a:noFill/>
          <a:ln w="12700">
            <a:solidFill>
              <a:srgbClr val="2D7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907792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3EE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94436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username (あなた)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310128"/>
            <a:ext cx="0" cy="18288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3493008"/>
            <a:ext cx="63093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3493008"/>
            <a:ext cx="0" cy="164592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493008"/>
            <a:ext cx="0" cy="164592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493008"/>
            <a:ext cx="0" cy="164592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65760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E6F7F1"/>
          </a:solidFill>
          <a:ln w="10160">
            <a:solidFill>
              <a:srgbClr val="2D9B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694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Desktop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65760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EF3EA"/>
          </a:solidFill>
          <a:ln w="10160">
            <a:solidFill>
              <a:srgbClr val="E89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694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9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Documents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65760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F2F2F2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3694176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Downloads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133088"/>
            <a:ext cx="2651760" cy="237744"/>
          </a:xfrm>
          <a:prstGeom prst="roundRect">
            <a:avLst>
              <a:gd name="adj" fmla="val 15385"/>
            </a:avLst>
          </a:prstGeom>
          <a:solidFill>
            <a:srgbClr val="2D9B6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1330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cdコマンドで移動できる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エラーは怖くない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 = パソコンからのお知らせ。原因はほぼ「タイプミス」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6420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not found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コマンド名のスペルが違う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487168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cld Desktop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zsh: command not found: cld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FFF3E0"/>
          </a:solidFill>
          <a:ln w="6350">
            <a:solidFill>
              <a:srgbClr val="E892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101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タイプミスが原因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E6F7F1"/>
          </a:solidFill>
          <a:ln w="6350">
            <a:solidFill>
              <a:srgbClr val="2D9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5876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正しいコマンド名に直して再実行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例）cld → cd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664208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F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such file or directory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フォルダ・ファイル名が違う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39572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487168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Desktpp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FF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cd: no such file or directory: Desktpp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273552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FFF3E0"/>
          </a:solidFill>
          <a:ln w="6350">
            <a:solidFill>
              <a:srgbClr val="E89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3101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フォルダ名の打ち間違い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858768"/>
            <a:ext cx="3657600" cy="512064"/>
          </a:xfrm>
          <a:prstGeom prst="roundRect">
            <a:avLst>
              <a:gd name="adj" fmla="val 8929"/>
            </a:avLst>
          </a:prstGeom>
          <a:solidFill>
            <a:srgbClr val="E6F7F1"/>
          </a:solidFill>
          <a:ln w="6350">
            <a:solidFill>
              <a:srgbClr val="2D9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5876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lsで正しい名前を確認してから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6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再入力する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7315200" cy="804672"/>
          </a:xfrm>
          <a:prstGeom prst="roundRect">
            <a:avLst>
              <a:gd name="adj" fmla="val 7955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591056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5636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ターミナルは「怖い画面」ではなく、文字で操作するファイルマネージャー。慣れれば最強の作業ツール。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59152"/>
            <a:ext cx="7315200" cy="804672"/>
          </a:xfrm>
          <a:prstGeom prst="roundRect">
            <a:avLst>
              <a:gd name="adj" fmla="val 795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532888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50545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pwd・cd・ls の3つで基本パターン成立。「今どこ？」「移動」「確認」を繰り返すだけ。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00984"/>
            <a:ext cx="7315200" cy="804672"/>
          </a:xfrm>
          <a:prstGeom prst="roundRect">
            <a:avLst>
              <a:gd name="adj" fmla="val 7955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474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4472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エラーはパソコンからのお知らせ。ほぼタイプミスが原因。焦らず読んで修正すればOK。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160520"/>
            <a:ext cx="64008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次の動画 →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「Mac/Windows別」環境の確実なインストール手順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CC-S1-V2: 「黒い画面」の基本操作と怖がらない心得</dc:title>
  <dc:subject>PptxGenJS Presentation</dc:subject>
  <dc:creator>AI+ School</dc:creator>
  <cp:lastModifiedBy>AI+ School</cp:lastModifiedBy>
  <cp:revision>1</cp:revision>
  <dcterms:created xsi:type="dcterms:W3CDTF">2026-04-03T11:19:46Z</dcterms:created>
  <dcterms:modified xsi:type="dcterms:W3CDTF">2026-04-03T11:19:46Z</dcterms:modified>
</cp:coreProperties>
</file>