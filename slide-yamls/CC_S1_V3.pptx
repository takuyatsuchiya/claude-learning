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AI+ School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 — 環境構築と魔法体験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508760"/>
            <a:ext cx="50292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環境の確実な
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4A90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インストール手順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329184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 / Windows 両対応の確実なセットアップ方法を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ステップごとに丁寧に解説します。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42976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動画 3 / 5   |   10分   |   画面収録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8" name="Text 6"/>
          <p:cNvSpPr/>
          <p:nvPr/>
        </p:nvSpPr>
        <p:spPr>
          <a:xfrm>
            <a:off x="6126480" y="4572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必要な3つのツール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91440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1E3A2F"/>
          </a:solidFill>
          <a:ln/>
        </p:spPr>
      </p:sp>
      <p:sp>
        <p:nvSpPr>
          <p:cNvPr id="10" name="Text 8"/>
          <p:cNvSpPr/>
          <p:nvPr/>
        </p:nvSpPr>
        <p:spPr>
          <a:xfrm>
            <a:off x="6446520" y="10058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8D3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46520" y="1353312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実行環境の土台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205740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1A2740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21488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B3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46520" y="2496312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パッケージマネージャー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0" y="320040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2D1F2D"/>
          </a:solidFill>
          <a:ln/>
        </p:spPr>
      </p:sp>
      <p:sp>
        <p:nvSpPr>
          <p:cNvPr id="16" name="Text 14"/>
          <p:cNvSpPr/>
          <p:nvPr/>
        </p:nvSpPr>
        <p:spPr>
          <a:xfrm>
            <a:off x="6446520" y="32918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C81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for Windows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46520" y="3639312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Windowsのみ必要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Code講座 — セクション1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0" y="182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AI+ School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必要なもの一覧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51760" cy="6400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435608"/>
            <a:ext cx="2651760" cy="3017520"/>
          </a:xfrm>
          <a:prstGeom prst="roundRect">
            <a:avLst>
              <a:gd name="adj" fmla="val 2759"/>
            </a:avLst>
          </a:prstGeom>
          <a:solidFill>
            <a:srgbClr val="EBF5F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6002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4A90D9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34440" y="166420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2240280"/>
            <a:ext cx="2286000" cy="0"/>
          </a:xfrm>
          <a:prstGeom prst="line">
            <a:avLst/>
          </a:prstGeom>
          <a:noFill/>
          <a:ln w="6350">
            <a:solidFill>
              <a:srgbClr val="4A90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377440"/>
            <a:ext cx="2331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土台となる実行環境。npmはNode.jsに同梱されているため別途インストール不要。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91840" y="1371600"/>
            <a:ext cx="2651760" cy="64008"/>
          </a:xfrm>
          <a:prstGeom prst="rect">
            <a:avLst/>
          </a:prstGeom>
          <a:solidFill>
            <a:srgbClr val="7B61FF"/>
          </a:solidFill>
          <a:ln/>
        </p:spPr>
      </p:sp>
      <p:sp>
        <p:nvSpPr>
          <p:cNvPr id="13" name="Shape 11"/>
          <p:cNvSpPr/>
          <p:nvPr/>
        </p:nvSpPr>
        <p:spPr>
          <a:xfrm>
            <a:off x="3291840" y="1435608"/>
            <a:ext cx="2651760" cy="3017520"/>
          </a:xfrm>
          <a:prstGeom prst="roundRect">
            <a:avLst>
              <a:gd name="adj" fmla="val 2759"/>
            </a:avLst>
          </a:prstGeom>
          <a:solidFill>
            <a:srgbClr val="F3EEFF"/>
          </a:solidFill>
          <a:ln/>
        </p:spPr>
      </p:sp>
      <p:sp>
        <p:nvSpPr>
          <p:cNvPr id="14" name="Shape 12"/>
          <p:cNvSpPr/>
          <p:nvPr/>
        </p:nvSpPr>
        <p:spPr>
          <a:xfrm>
            <a:off x="3474720" y="16002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7B61FF"/>
          </a:solidFill>
          <a:ln/>
        </p:spPr>
      </p:sp>
      <p:sp>
        <p:nvSpPr>
          <p:cNvPr id="15" name="Text 13"/>
          <p:cNvSpPr/>
          <p:nvPr/>
        </p:nvSpPr>
        <p:spPr>
          <a:xfrm>
            <a:off x="347472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069080" y="166420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B6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474720" y="2240280"/>
            <a:ext cx="2286000" cy="0"/>
          </a:xfrm>
          <a:prstGeom prst="line">
            <a:avLst/>
          </a:prstGeom>
          <a:noFill/>
          <a:ln w="6350">
            <a:solidFill>
              <a:srgbClr val="7B61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2377440"/>
            <a:ext cx="2331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パッケージマネージャー。Node.jsと同時にインストールされるため、Node.jsを入れれば自動的に使えるようになる。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6480" y="1371600"/>
            <a:ext cx="2651760" cy="64008"/>
          </a:xfrm>
          <a:prstGeom prst="rect">
            <a:avLst/>
          </a:prstGeom>
          <a:solidFill>
            <a:srgbClr val="E05252"/>
          </a:solidFill>
          <a:ln/>
        </p:spPr>
      </p:sp>
      <p:sp>
        <p:nvSpPr>
          <p:cNvPr id="20" name="Shape 18"/>
          <p:cNvSpPr/>
          <p:nvPr/>
        </p:nvSpPr>
        <p:spPr>
          <a:xfrm>
            <a:off x="6126480" y="1435608"/>
            <a:ext cx="2651760" cy="3017520"/>
          </a:xfrm>
          <a:prstGeom prst="roundRect">
            <a:avLst>
              <a:gd name="adj" fmla="val 2759"/>
            </a:avLst>
          </a:prstGeom>
          <a:solidFill>
            <a:srgbClr val="FFF0F0"/>
          </a:solidFill>
          <a:ln/>
        </p:spPr>
      </p:sp>
      <p:sp>
        <p:nvSpPr>
          <p:cNvPr id="21" name="Shape 19"/>
          <p:cNvSpPr/>
          <p:nvPr/>
        </p:nvSpPr>
        <p:spPr>
          <a:xfrm>
            <a:off x="6309360" y="16002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E05252"/>
          </a:solidFill>
          <a:ln/>
        </p:spPr>
      </p:sp>
      <p:sp>
        <p:nvSpPr>
          <p:cNvPr id="22" name="Text 20"/>
          <p:cNvSpPr/>
          <p:nvPr/>
        </p:nvSpPr>
        <p:spPr>
          <a:xfrm>
            <a:off x="630936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03720" y="166420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for Windows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309360" y="2240280"/>
            <a:ext cx="2286000" cy="0"/>
          </a:xfrm>
          <a:prstGeom prst="line">
            <a:avLst/>
          </a:prstGeom>
          <a:noFill/>
          <a:ln w="6350">
            <a:solidFill>
              <a:srgbClr val="E0525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0" y="2377440"/>
            <a:ext cx="2331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Windowsのみ必要。Macにはデフォルトで搭載済み。ターミナル（bash）環境も同時にセットアップされる。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709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WEIN / BACKSTAGE Group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858000" y="4709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Code講座 — セクション1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0" y="182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AI+ School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Mac インストール手順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675120" y="594360"/>
            <a:ext cx="1737360" cy="411480"/>
          </a:xfrm>
          <a:prstGeom prst="roundRect">
            <a:avLst>
              <a:gd name="adj" fmla="val 13333"/>
            </a:avLst>
          </a:prstGeom>
          <a:solidFill>
            <a:srgbClr val="E8F8F0"/>
          </a:solidFill>
          <a:ln/>
        </p:spPr>
      </p:sp>
      <p:sp>
        <p:nvSpPr>
          <p:cNvPr id="6" name="Text 4"/>
          <p:cNvSpPr/>
          <p:nvPr/>
        </p:nvSpPr>
        <p:spPr>
          <a:xfrm>
            <a:off x="6675120" y="59436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9B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macOS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384048" cy="384048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4652" y="1755648"/>
            <a:ext cx="9144" cy="22860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1280160"/>
            <a:ext cx="7589520" cy="475488"/>
          </a:xfrm>
          <a:prstGeom prst="roundRect">
            <a:avLst>
              <a:gd name="adj" fmla="val 11538"/>
            </a:avLst>
          </a:prstGeom>
          <a:solidFill>
            <a:srgbClr val="F2F2F2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1344168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nodejs.org にアクセス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1581912"/>
            <a:ext cx="7223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ブラウザで https://nodejs.org を開く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1947672"/>
            <a:ext cx="384048" cy="384048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1947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4652" y="2377440"/>
            <a:ext cx="9144" cy="22860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05840" y="1901952"/>
            <a:ext cx="7589520" cy="475488"/>
          </a:xfrm>
          <a:prstGeom prst="roundRect">
            <a:avLst>
              <a:gd name="adj" fmla="val 11538"/>
            </a:avLst>
          </a:prstGeom>
          <a:solidFill>
            <a:srgbClr val="F2F2F2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43000" y="1965960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LTS版をダウンロード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43000" y="2203704"/>
            <a:ext cx="7223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「LTS (推奨版)」ボタンをクリック — .pkgファイルを保存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569464"/>
            <a:ext cx="384048" cy="384048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25694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4652" y="2999232"/>
            <a:ext cx="9144" cy="22860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05840" y="2523744"/>
            <a:ext cx="7589520" cy="475488"/>
          </a:xfrm>
          <a:prstGeom prst="roundRect">
            <a:avLst>
              <a:gd name="adj" fmla="val 11538"/>
            </a:avLst>
          </a:prstGeom>
          <a:solidFill>
            <a:srgbClr val="F2F2F2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43000" y="2587752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pkgインストーラーを実行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43000" y="2825496"/>
            <a:ext cx="7223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ダウンロードした .pkg をダブルクリックして指示に従う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191256"/>
            <a:ext cx="384048" cy="384048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191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44652" y="3621024"/>
            <a:ext cx="9144" cy="65836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05840" y="3145536"/>
            <a:ext cx="7589520" cy="914400"/>
          </a:xfrm>
          <a:prstGeom prst="roundRect">
            <a:avLst>
              <a:gd name="adj" fmla="val 6000"/>
            </a:avLst>
          </a:prstGeom>
          <a:solidFill>
            <a:srgbClr val="EBF5FF"/>
          </a:solidFill>
          <a:ln w="6350">
            <a:solidFill>
              <a:srgbClr val="4A90D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43000" y="3209544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バージョン確認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143000" y="3447288"/>
            <a:ext cx="7223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ターミナルを開いて下記コマンドを実行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143000" y="3666744"/>
            <a:ext cx="7406640" cy="347472"/>
          </a:xfrm>
          <a:prstGeom prst="roundRect">
            <a:avLst>
              <a:gd name="adj" fmla="val 10526"/>
            </a:avLst>
          </a:prstGeom>
          <a:solidFill>
            <a:srgbClr val="0D1117"/>
          </a:solidFill>
          <a:ln/>
        </p:spPr>
      </p:sp>
      <p:sp>
        <p:nvSpPr>
          <p:cNvPr id="32" name="Text 30"/>
          <p:cNvSpPr/>
          <p:nvPr/>
        </p:nvSpPr>
        <p:spPr>
          <a:xfrm>
            <a:off x="1280160" y="3685032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F0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 --version   # v20.x.x と表示されればOK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BF0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--version    # v10.x.x と表示されればOK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" y="4242816"/>
            <a:ext cx="384048" cy="384048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4242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1005840" y="4197096"/>
            <a:ext cx="7589520" cy="914400"/>
          </a:xfrm>
          <a:prstGeom prst="roundRect">
            <a:avLst>
              <a:gd name="adj" fmla="val 6000"/>
            </a:avLst>
          </a:prstGeom>
          <a:solidFill>
            <a:srgbClr val="EBF5FF"/>
          </a:solidFill>
          <a:ln w="6350">
            <a:solidFill>
              <a:srgbClr val="4A90D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143000" y="4261104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インストール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143000" y="4498848"/>
            <a:ext cx="7223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npmでグローバルインストールする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143000" y="4718304"/>
            <a:ext cx="7406640" cy="347472"/>
          </a:xfrm>
          <a:prstGeom prst="roundRect">
            <a:avLst>
              <a:gd name="adj" fmla="val 10526"/>
            </a:avLst>
          </a:prstGeom>
          <a:solidFill>
            <a:srgbClr val="0D1117"/>
          </a:solidFill>
          <a:ln/>
        </p:spPr>
      </p:sp>
      <p:sp>
        <p:nvSpPr>
          <p:cNvPr id="39" name="Text 37"/>
          <p:cNvSpPr/>
          <p:nvPr/>
        </p:nvSpPr>
        <p:spPr>
          <a:xfrm>
            <a:off x="1280160" y="4736592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F0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-g @anthropic-ai/claude-code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4709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WEIN / BACKSTAGE Group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858000" y="4709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Code講座 — セクション1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0" y="182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AI+ School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Windows インストール手順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0" y="594360"/>
            <a:ext cx="2011680" cy="411480"/>
          </a:xfrm>
          <a:prstGeom prst="roundRect">
            <a:avLst>
              <a:gd name="adj" fmla="val 13333"/>
            </a:avLst>
          </a:prstGeom>
          <a:solidFill>
            <a:srgbClr val="EAF0F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0" y="5943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5E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347472" cy="347472"/>
          </a:xfrm>
          <a:prstGeom prst="ellipse">
            <a:avLst/>
          </a:prstGeom>
          <a:solidFill>
            <a:srgbClr val="E0525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2801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6364" y="1673352"/>
            <a:ext cx="9144" cy="210312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1234440"/>
            <a:ext cx="7635240" cy="457200"/>
          </a:xfrm>
          <a:prstGeom prst="roundRect">
            <a:avLst>
              <a:gd name="adj" fmla="val 12000"/>
            </a:avLst>
          </a:prstGeom>
          <a:solidFill>
            <a:srgbClr val="FFF0F0"/>
          </a:solidFill>
          <a:ln w="6350">
            <a:solidFill>
              <a:srgbClr val="E052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128930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for Windows をインストール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97280" y="1499616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https://gitforwindows.org からインストーラーをダウンロードして実行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1837944"/>
            <a:ext cx="347472" cy="347472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18379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6364" y="2231136"/>
            <a:ext cx="9144" cy="210312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0120" y="1792224"/>
            <a:ext cx="7635240" cy="4572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184708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nodejs.org にアクセス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97280" y="205740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ブラウザで https://nodejs.org を開く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2395728"/>
            <a:ext cx="347472" cy="347472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23957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6364" y="2788920"/>
            <a:ext cx="9144" cy="210312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60120" y="2350008"/>
            <a:ext cx="7635240" cy="4572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97280" y="240487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LTS版をダウンロード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97280" y="2615184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「LTS (推奨版)」ボタンをクリック — .msiファイルを保存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2953512"/>
            <a:ext cx="347472" cy="347472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29535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26364" y="3346704"/>
            <a:ext cx="9144" cy="210312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60120" y="2907792"/>
            <a:ext cx="7635240" cy="4572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97280" y="296265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msiインストーラーを実行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97280" y="317296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ダウンロードした .msi をダブルクリックして指示に従う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" y="3511296"/>
            <a:ext cx="347472" cy="347472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35112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26364" y="3904488"/>
            <a:ext cx="9144" cy="621792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60120" y="3465576"/>
            <a:ext cx="7635240" cy="868680"/>
          </a:xfrm>
          <a:prstGeom prst="roundRect">
            <a:avLst>
              <a:gd name="adj" fmla="val 6316"/>
            </a:avLst>
          </a:prstGeom>
          <a:solidFill>
            <a:srgbClr val="EBF5FF"/>
          </a:solidFill>
          <a:ln w="6350">
            <a:solidFill>
              <a:srgbClr val="4A90D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97280" y="35204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バージョン確認（Git Bash使用）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097280" y="373075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Bashを開いて下記コマンドを実行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097280" y="3941064"/>
            <a:ext cx="7406640" cy="347472"/>
          </a:xfrm>
          <a:prstGeom prst="roundRect">
            <a:avLst>
              <a:gd name="adj" fmla="val 10526"/>
            </a:avLst>
          </a:prstGeom>
          <a:solidFill>
            <a:srgbClr val="0D1117"/>
          </a:solidFill>
          <a:ln/>
        </p:spPr>
      </p:sp>
      <p:sp>
        <p:nvSpPr>
          <p:cNvPr id="38" name="Text 36"/>
          <p:cNvSpPr/>
          <p:nvPr/>
        </p:nvSpPr>
        <p:spPr>
          <a:xfrm>
            <a:off x="1234440" y="3959352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F0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 --version   # v20.x.x と表示されればOK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BF0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--version    # v10.x.x と表示されればOK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57200" y="4462272"/>
            <a:ext cx="347472" cy="347472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40" name="Text 38"/>
          <p:cNvSpPr/>
          <p:nvPr/>
        </p:nvSpPr>
        <p:spPr>
          <a:xfrm>
            <a:off x="457200" y="44622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960120" y="4416552"/>
            <a:ext cx="7635240" cy="868680"/>
          </a:xfrm>
          <a:prstGeom prst="roundRect">
            <a:avLst>
              <a:gd name="adj" fmla="val 6316"/>
            </a:avLst>
          </a:prstGeom>
          <a:solidFill>
            <a:srgbClr val="EBF5FF"/>
          </a:solidFill>
          <a:ln w="6350">
            <a:solidFill>
              <a:srgbClr val="4A90D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97280" y="447141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インストール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097280" y="46817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npmでグローバルインストールする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1097280" y="4892040"/>
            <a:ext cx="7406640" cy="347472"/>
          </a:xfrm>
          <a:prstGeom prst="roundRect">
            <a:avLst>
              <a:gd name="adj" fmla="val 10526"/>
            </a:avLst>
          </a:prstGeom>
          <a:solidFill>
            <a:srgbClr val="0D1117"/>
          </a:solidFill>
          <a:ln/>
        </p:spPr>
      </p:sp>
      <p:sp>
        <p:nvSpPr>
          <p:cNvPr id="45" name="Text 43"/>
          <p:cNvSpPr/>
          <p:nvPr/>
        </p:nvSpPr>
        <p:spPr>
          <a:xfrm>
            <a:off x="1234440" y="4910328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F0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-g @anthropic-ai/claude-code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4709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WEIN / BACKSTAGE Group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858000" y="4709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Code講座 — セクション1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0" y="182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AI+ School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トラブルシューティング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412480" cy="1234440"/>
          </a:xfrm>
          <a:prstGeom prst="roundRect">
            <a:avLst>
              <a:gd name="adj" fmla="val 5926"/>
            </a:avLst>
          </a:prstGeom>
          <a:solidFill>
            <a:srgbClr val="FFF5F5"/>
          </a:solidFill>
          <a:ln w="6350">
            <a:solidFill>
              <a:srgbClr val="E0525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600200"/>
            <a:ext cx="457200" cy="457200"/>
          </a:xfrm>
          <a:prstGeom prst="ellipse">
            <a:avLst/>
          </a:prstGeom>
          <a:solidFill>
            <a:srgbClr val="E05252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140817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0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問題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88720" y="160020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"command not found" エラー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88720" y="190195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ターミナルがインストールを認識していない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385816" y="1463040"/>
            <a:ext cx="9144" cy="868680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32120" y="1408176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0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解決策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532120" y="1627632"/>
            <a:ext cx="3108960" cy="640080"/>
          </a:xfrm>
          <a:prstGeom prst="roundRect">
            <a:avLst>
              <a:gd name="adj" fmla="val 7143"/>
            </a:avLst>
          </a:prstGeom>
          <a:solidFill>
            <a:srgbClr val="FFE8E8"/>
          </a:solidFill>
          <a:ln/>
        </p:spPr>
      </p:sp>
      <p:sp>
        <p:nvSpPr>
          <p:cNvPr id="14" name="Text 12"/>
          <p:cNvSpPr/>
          <p:nvPr/>
        </p:nvSpPr>
        <p:spPr>
          <a:xfrm>
            <a:off x="5623560" y="1645920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ターミナルを完全に閉じて再起動する。それでも解決しない場合はPCを再起動。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679192"/>
            <a:ext cx="8412480" cy="1234440"/>
          </a:xfrm>
          <a:prstGeom prst="roundRect">
            <a:avLst>
              <a:gd name="adj" fmla="val 5926"/>
            </a:avLst>
          </a:prstGeom>
          <a:solidFill>
            <a:srgbClr val="FFF9F0"/>
          </a:solidFill>
          <a:ln w="6350">
            <a:solidFill>
              <a:srgbClr val="D97B2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" y="2999232"/>
            <a:ext cx="457200" cy="457200"/>
          </a:xfrm>
          <a:prstGeom prst="ellipse">
            <a:avLst/>
          </a:prstGeom>
          <a:solidFill>
            <a:srgbClr val="D97B20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2999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88720" y="280720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97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問題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188720" y="299923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ダウンロードが完了しない・遅い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88720" y="330098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ネットワーク制限またはファイアウォールが原因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385816" y="2862072"/>
            <a:ext cx="9144" cy="868680"/>
          </a:xfrm>
          <a:prstGeom prst="rect">
            <a:avLst/>
          </a:prstGeom>
          <a:solidFill>
            <a:srgbClr val="D97B20"/>
          </a:solidFill>
          <a:ln w="12700">
            <a:solidFill>
              <a:srgbClr val="D97B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32120" y="280720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97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解決策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532120" y="3026664"/>
            <a:ext cx="3108960" cy="640080"/>
          </a:xfrm>
          <a:prstGeom prst="roundRect">
            <a:avLst>
              <a:gd name="adj" fmla="val 7143"/>
            </a:avLst>
          </a:prstGeom>
          <a:solidFill>
            <a:srgbClr val="FFEBD0"/>
          </a:solidFill>
          <a:ln/>
        </p:spPr>
      </p:sp>
      <p:sp>
        <p:nvSpPr>
          <p:cNvPr id="24" name="Text 22"/>
          <p:cNvSpPr/>
          <p:nvPr/>
        </p:nvSpPr>
        <p:spPr>
          <a:xfrm>
            <a:off x="5623560" y="3044952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別のWiFiやモバイル回線に切り替えて再試行。企業ネットワークの場合はIT部門に相談。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4078224"/>
            <a:ext cx="8412480" cy="1234440"/>
          </a:xfrm>
          <a:prstGeom prst="roundRect">
            <a:avLst>
              <a:gd name="adj" fmla="val 5926"/>
            </a:avLst>
          </a:prstGeom>
          <a:solidFill>
            <a:srgbClr val="F5F0FF"/>
          </a:solidFill>
          <a:ln w="6350">
            <a:solidFill>
              <a:srgbClr val="7B61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" y="4398264"/>
            <a:ext cx="457200" cy="457200"/>
          </a:xfrm>
          <a:prstGeom prst="ellipse">
            <a:avLst/>
          </a:prstGeom>
          <a:solidFill>
            <a:srgbClr val="7B61FF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4398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88720" y="42062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B6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問題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188720" y="439826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バージョン競合（古いNode.jsが残っている）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188720" y="470001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以前のインストールが残っており干渉している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385816" y="4261104"/>
            <a:ext cx="9144" cy="86868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32120" y="4206240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B6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解決策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532120" y="4425696"/>
            <a:ext cx="3108960" cy="640080"/>
          </a:xfrm>
          <a:prstGeom prst="roundRect">
            <a:avLst>
              <a:gd name="adj" fmla="val 7143"/>
            </a:avLst>
          </a:prstGeom>
          <a:solidFill>
            <a:srgbClr val="EAE0FF"/>
          </a:solidFill>
          <a:ln/>
        </p:spPr>
      </p:sp>
      <p:sp>
        <p:nvSpPr>
          <p:cNvPr id="34" name="Text 32"/>
          <p:cNvSpPr/>
          <p:nvPr/>
        </p:nvSpPr>
        <p:spPr>
          <a:xfrm>
            <a:off x="5623560" y="4443984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コントロールパネル（Win）または /usr/local/bin の古いNode.jsをアンインストール後、新たにインストール。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709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WEIN / BACKSTAGE Group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858000" y="4709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Code講座 — セクション1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0" y="182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AI+ School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まとめ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914400" y="1417320"/>
            <a:ext cx="7315200" cy="777240"/>
          </a:xfrm>
          <a:prstGeom prst="roundRect">
            <a:avLst>
              <a:gd name="adj" fmla="val 7059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50876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A90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664208" y="155448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 / Windows 両方のインストール手順をマスターした。OSに合わせて nodejs.org からLTS版をダウンロードするだけ。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4400" y="2331720"/>
            <a:ext cx="7315200" cy="777240"/>
          </a:xfrm>
          <a:prstGeom prst="roundRect">
            <a:avLst>
              <a:gd name="adj" fmla="val 7059"/>
            </a:avLst>
          </a:prstGeom>
          <a:solidFill>
            <a:srgbClr val="F2F2F2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42316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A90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664208" y="246888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+ npm + Claude Code の3点セットが揃えば環境構築は完了。Windowsは追加でGit for Windowsが必要。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3246120"/>
            <a:ext cx="7315200" cy="777240"/>
          </a:xfrm>
          <a:prstGeom prst="roundRect">
            <a:avLst>
              <a:gd name="adj" fmla="val 7059"/>
            </a:avLst>
          </a:prstGeom>
          <a:solidFill>
            <a:srgbClr val="F2F2F2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333756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A90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664208" y="338328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トラブル時はまず「ターミナル再起動」→「ネットワーク確認」→「アンインストール＆再インストール」の順でチェック。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828800" y="4160520"/>
            <a:ext cx="548640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28800" y="41605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次の動画 → </a:t>
            </a:r>
            <a:pPr algn="ctr" indent="0" marL="0">
              <a:buNone/>
            </a:pPr>
            <a:r>
              <a:rPr lang="en-US" sz="11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Codeのインストールと初期認証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709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WEIN / BACKSTAGE Group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858000" y="4709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CC-S1-V3: 環境の確実なインストール手順</dc:title>
  <dc:subject>PptxGenJS Presentation</dc:subject>
  <dc:creator>AI+ School</dc:creator>
  <cp:lastModifiedBy>AI+ School</cp:lastModifiedBy>
  <cp:revision>1</cp:revision>
  <dcterms:created xsi:type="dcterms:W3CDTF">2026-04-03T11:33:36Z</dcterms:created>
  <dcterms:modified xsi:type="dcterms:W3CDTF">2026-04-03T11:33:36Z</dcterms:modified>
</cp:coreProperties>
</file>